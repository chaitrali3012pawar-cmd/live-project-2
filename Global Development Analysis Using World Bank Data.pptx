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9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51C-303A-40FB-9581-1F51EA6524F1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42CAD-EAA9-49B9-9634-1094A6791E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93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2CAD-EAA9-49B9-9634-1094A6791E4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39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2CAD-EAA9-49B9-9634-1094A6791E4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87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86B8-3322-8567-28E9-5C17A06AA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072731" cy="1738825"/>
          </a:xfrm>
        </p:spPr>
        <p:txBody>
          <a:bodyPr>
            <a:normAutofit/>
          </a:bodyPr>
          <a:lstStyle/>
          <a:p>
            <a:r>
              <a:rPr lang="en-IN" sz="3200" i="1" dirty="0">
                <a:effectLst/>
              </a:rPr>
              <a:t>Global Development Analysis Using World Bank Data</a:t>
            </a:r>
            <a:br>
              <a:rPr lang="en-IN" sz="3200" dirty="0">
                <a:effectLst/>
              </a:rPr>
            </a:b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9E1A8-AF98-5985-51A6-D372793C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058452"/>
          </a:xfrm>
        </p:spPr>
        <p:txBody>
          <a:bodyPr/>
          <a:lstStyle/>
          <a:p>
            <a:r>
              <a:rPr lang="en-IN" dirty="0">
                <a:effectLst/>
              </a:rPr>
              <a:t>Understanding economic, environmental, and social trends across countries of Europe region 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812F8D2-2DF2-B8DF-02D2-5995E211D234}"/>
              </a:ext>
            </a:extLst>
          </p:cNvPr>
          <p:cNvSpPr txBox="1">
            <a:spLocks/>
          </p:cNvSpPr>
          <p:nvPr/>
        </p:nvSpPr>
        <p:spPr>
          <a:xfrm>
            <a:off x="1747669" y="5735638"/>
            <a:ext cx="9001462" cy="54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effectLst/>
              </a:rPr>
              <a:t>Tools: Excel | SQL | Power BI | GitHub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50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95F10-FB63-E5A9-EBCB-7894E01D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73394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Problem Statement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82F7-9232-2E07-537D-CCC964A2D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effectLst/>
              </a:rPr>
              <a:t>Governments and organizations generate large volumes of development data, but </a:t>
            </a:r>
            <a:r>
              <a:rPr lang="en-IN" b="1" dirty="0">
                <a:effectLst/>
              </a:rPr>
              <a:t>raw data alone does not provide clear insights</a:t>
            </a:r>
            <a:r>
              <a:rPr lang="en-IN" dirty="0">
                <a:effectLst/>
              </a:rPr>
              <a:t>.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   Decision-makers struggle to:</a:t>
            </a:r>
          </a:p>
          <a:p>
            <a:pPr lvl="0"/>
            <a:r>
              <a:rPr lang="en-IN" dirty="0">
                <a:effectLst/>
              </a:rPr>
              <a:t>   Compare countries fairly</a:t>
            </a:r>
          </a:p>
          <a:p>
            <a:pPr lvl="0"/>
            <a:r>
              <a:rPr lang="en-IN" dirty="0">
                <a:effectLst/>
              </a:rPr>
              <a:t>    Track progress over time</a:t>
            </a:r>
          </a:p>
          <a:p>
            <a:pPr lvl="0"/>
            <a:r>
              <a:rPr lang="en-IN" dirty="0">
                <a:effectLst/>
              </a:rPr>
              <a:t>    Identify areas needing improvement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This project converts raw World Bank data into meaningful insights for better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302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1A9D-4C3F-DFB8-A952-A2B8E0F3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284" y="609600"/>
            <a:ext cx="4621162" cy="1140542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</a:rPr>
              <a:t>Objectives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F334D-1B8E-DA6B-E906-51AA50DC4C74}"/>
              </a:ext>
            </a:extLst>
          </p:cNvPr>
          <p:cNvSpPr txBox="1"/>
          <p:nvPr/>
        </p:nvSpPr>
        <p:spPr>
          <a:xfrm>
            <a:off x="629265" y="2074548"/>
            <a:ext cx="8514735" cy="271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Our story starts with three key questions: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How do countries perform on key development indicators?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How has global development changed over time?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Are economic growth and quality of life moving together?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Objective: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To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analyze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, visualize, and communicate global development trends in a clear and actionable way.</a:t>
            </a:r>
          </a:p>
        </p:txBody>
      </p:sp>
    </p:spTree>
    <p:extLst>
      <p:ext uri="{BB962C8B-B14F-4D97-AF65-F5344CB8AC3E}">
        <p14:creationId xmlns:p14="http://schemas.microsoft.com/office/powerpoint/2010/main" val="241676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694C-5FF5-1EFA-11FD-5F3E4A48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7484"/>
            <a:ext cx="10353761" cy="1022555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Dataset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118BD-9D34-F729-7C22-088149D8B726}"/>
              </a:ext>
            </a:extLst>
          </p:cNvPr>
          <p:cNvSpPr txBox="1"/>
          <p:nvPr/>
        </p:nvSpPr>
        <p:spPr>
          <a:xfrm>
            <a:off x="913795" y="981813"/>
            <a:ext cx="8230205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 Source: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World Bank Open Data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Type of Data: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Country-level data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Year-wise indicators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Key Indicators Used: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GDP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CO₂ Emissions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Life Expectancy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Electricity Access</a:t>
            </a:r>
          </a:p>
          <a:p>
            <a:pPr>
              <a:buNone/>
            </a:pP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Time Period: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Multiple years (historical trend analysis)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974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FD02-06D2-DF6B-EB7E-64908AC9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904568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</a:rPr>
              <a:t>Data Cleaning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CDB29-D3E7-F159-6314-A263B5058372}"/>
              </a:ext>
            </a:extLst>
          </p:cNvPr>
          <p:cNvSpPr txBox="1"/>
          <p:nvPr/>
        </p:nvSpPr>
        <p:spPr>
          <a:xfrm>
            <a:off x="1120877" y="1812682"/>
            <a:ext cx="8023123" cy="2497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Raw data was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not analysis-ready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, so we performed the following steps: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Removed duplicate and irrelevant columns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Standardized 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country names and formats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Filtered required years and indicators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Converted data types for analysis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Ensured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accurate and consistent data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before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92014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95FA-D871-F6BA-2B8D-E2A718A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Exploratory Data Analysis (EDA)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1CF20-455F-9B19-7C46-824D90BB92B9}"/>
              </a:ext>
            </a:extLst>
          </p:cNvPr>
          <p:cNvSpPr txBox="1"/>
          <p:nvPr/>
        </p:nvSpPr>
        <p:spPr>
          <a:xfrm>
            <a:off x="1081548" y="2233823"/>
            <a:ext cx="8062452" cy="334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Before building the dashboard, we explored the data to understand patterns: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Compared indicators across countries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Identified trends over years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Detected outliers and inconsistencies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Checked correlation between economic and social factors </a:t>
            </a:r>
            <a:r>
              <a:rPr lang="en-IN" dirty="0"/>
              <a:t> 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dirty="0"/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dirty="0"/>
              <a:t>This helped decide </a:t>
            </a:r>
            <a:r>
              <a:rPr lang="en-IN" b="1" dirty="0"/>
              <a:t>what KPIs and visuals matter most</a:t>
            </a:r>
            <a:r>
              <a:rPr lang="en-IN" dirty="0"/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63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1E43-B025-4115-ACA1-B8BE19DE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</a:t>
            </a:r>
            <a:r>
              <a:rPr lang="en-US" dirty="0" err="1"/>
              <a:t>kpi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FEEC9-F8F0-BA7A-B683-D0850A873C40}"/>
              </a:ext>
            </a:extLst>
          </p:cNvPr>
          <p:cNvSpPr txBox="1"/>
          <p:nvPr/>
        </p:nvSpPr>
        <p:spPr>
          <a:xfrm>
            <a:off x="816077" y="1761386"/>
            <a:ext cx="8327923" cy="2919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Key KPIs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The following KPIs were finalized for business understanding: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Average GDP per Capita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CO₂ Emissions Trend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Life Expectancy Growth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Electricity Access %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These KPIs allow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quick performance comparison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660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3408-0955-A481-8097-96D9AD44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Dashboard Overview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7FD53-9F09-3A72-D050-69875431D19F}"/>
              </a:ext>
            </a:extLst>
          </p:cNvPr>
          <p:cNvSpPr txBox="1"/>
          <p:nvPr/>
        </p:nvSpPr>
        <p:spPr>
          <a:xfrm>
            <a:off x="913795" y="2182527"/>
            <a:ext cx="8230205" cy="376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The Power BI dashboard provides: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Country-wise Performance Rankings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Geographical Distribution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Trend analysis over time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Interactive filters for country and year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Visual representation of KPIs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GDP and Life Expectancy Relationship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Top &amp; Bottom Countries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Enables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data-driven exploration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without technical effort.</a:t>
            </a:r>
          </a:p>
        </p:txBody>
      </p:sp>
    </p:spTree>
    <p:extLst>
      <p:ext uri="{BB962C8B-B14F-4D97-AF65-F5344CB8AC3E}">
        <p14:creationId xmlns:p14="http://schemas.microsoft.com/office/powerpoint/2010/main" val="4009497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DD80-4472-9827-CA2E-66478AF1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96DB5-E774-421B-BFC0-CCA9D4272317}"/>
              </a:ext>
            </a:extLst>
          </p:cNvPr>
          <p:cNvSpPr txBox="1"/>
          <p:nvPr/>
        </p:nvSpPr>
        <p:spPr>
          <a:xfrm>
            <a:off x="924444" y="1824095"/>
            <a:ext cx="10117182" cy="487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Some important insights from the analysis: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GDP per capita plays a major role in overall development performance, however 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Higher GDP does not always result in better life expectancy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Electricity access is nearly saturated in developed countries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CO₂ emissions are higher in industrialized nations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Life expectancy continues to improve globally, with minor disruptions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Some countries show economic growth with rising environmental impact</a:t>
            </a:r>
          </a:p>
          <a:p>
            <a:pPr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      Highlights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trade-offs between growth and sustainability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</a:p>
          <a:p>
            <a:pPr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 Environmental balance is essential for maintaining long-term development</a:t>
            </a:r>
          </a:p>
          <a:p>
            <a:pPr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map visualization provides a comprehensive global view of  development scores,    allowing us to quickly identify regional patterns, compare countries geographically, and spot areas requiring targeted development initiatives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36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B59A-33B3-C742-E6F2-59B555EA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Recommendation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D7946-DD50-C089-7BDC-5CA7DAFB9C71}"/>
              </a:ext>
            </a:extLst>
          </p:cNvPr>
          <p:cNvSpPr txBox="1"/>
          <p:nvPr/>
        </p:nvSpPr>
        <p:spPr>
          <a:xfrm>
            <a:off x="796413" y="2023252"/>
            <a:ext cx="8347587" cy="2497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Based on the insights: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Focus on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sustainable development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, not just GDP growth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Invest in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health 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alongside economic expansion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Monitor environmental impact during industrial growth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Use data regularly to track policy effectiveness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Data can guide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balanced and informed decisions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666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349</TotalTime>
  <Words>530</Words>
  <Application>Microsoft Office PowerPoint</Application>
  <PresentationFormat>Widescreen</PresentationFormat>
  <Paragraphs>81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Rockwell</vt:lpstr>
      <vt:lpstr>Symbol</vt:lpstr>
      <vt:lpstr>Damask</vt:lpstr>
      <vt:lpstr>Global Development Analysis Using World Bank Data </vt:lpstr>
      <vt:lpstr>Problem Statement </vt:lpstr>
      <vt:lpstr>Objectives </vt:lpstr>
      <vt:lpstr>Dataset </vt:lpstr>
      <vt:lpstr>Data Cleaning </vt:lpstr>
      <vt:lpstr>Exploratory Data Analysis (EDA) </vt:lpstr>
      <vt:lpstr>Key kpi</vt:lpstr>
      <vt:lpstr>Dashboard Overview</vt:lpstr>
      <vt:lpstr>KEY INSIGHTS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Chaitrali Pawar</dc:creator>
  <cp:lastModifiedBy>Chaitrali Pawar</cp:lastModifiedBy>
  <cp:revision>2</cp:revision>
  <dcterms:created xsi:type="dcterms:W3CDTF">2026-02-03T06:47:53Z</dcterms:created>
  <dcterms:modified xsi:type="dcterms:W3CDTF">2026-02-08T07:51:08Z</dcterms:modified>
</cp:coreProperties>
</file>